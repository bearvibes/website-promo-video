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Prata"/>
      <p:regular r:id="rId201314"/>
    </p:embeddedFont>
    <p:embeddedFont>
      <p:font typeface="Raleway ExtraBold"/>
      <p:regular r:id="rId201315"/>
    </p:embeddedFont>
    <p:embeddedFont>
      <p:font typeface="Raleway Medium"/>
      <p:regular r:id="rId201316"/>
    </p:embeddedFont>
    <p:embeddedFont>
      <p:font typeface="Raleway SemiBold"/>
      <p:regular r:id="rId201317"/>
    </p:embeddedFont>
    <p:embeddedFont>
      <p:font typeface="Raleway Bold"/>
      <p:regular r:id="rId201318"/>
    </p:embeddedFont>
    <p:embeddedFont>
      <p:font typeface="Raleway Black"/>
      <p:regular r:id="rId201319"/>
    </p:embeddedFont>
    <p:embeddedFont>
      <p:font typeface="Raleway Thin"/>
      <p:regular r:id="rId201320"/>
    </p:embeddedFont>
    <p:embeddedFont>
      <p:font typeface="Raleway ExtraLight"/>
      <p:regular r:id="rId201321"/>
    </p:embeddedFont>
    <p:embeddedFont>
      <p:font typeface="Raleway Light"/>
      <p:regular r:id="rId201322"/>
    </p:embeddedFont>
    <p:embeddedFont>
      <p:font typeface="Raleway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#" TargetMode="External"/><Relationship Id="rId5" Type="http://schemas.openxmlformats.org/officeDocument/2006/relationships/hyperlink" Target="#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image" Target="../media/image-6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10816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Your Website Is Losing You Customers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61475" y="433982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day, potential customers visit your website. And most of them leave — no call, no booking, no sale. Not because they don't need what you offer.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Because your website failed to convert them.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97396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You're Paying to Send Visitors Nowhere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5103982" y="1975644"/>
            <a:ext cx="3188116" cy="4284861"/>
          </a:xfrm>
          <a:prstGeom prst="roundRect">
            <a:avLst>
              <a:gd name="adj" fmla="val 845"/>
            </a:avLst>
          </a:prstGeom>
          <a:solidFill>
            <a:srgbClr val="EEE27D"/>
          </a:solidFill>
          <a:ln/>
        </p:spPr>
      </p:sp>
      <p:sp>
        <p:nvSpPr>
          <p:cNvPr id="5" name="Text 2"/>
          <p:cNvSpPr/>
          <p:nvPr/>
        </p:nvSpPr>
        <p:spPr>
          <a:xfrm>
            <a:off x="5283465" y="2146201"/>
            <a:ext cx="28541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Hard Truth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283465" y="2597249"/>
            <a:ext cx="2829152" cy="2674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Businesses spend thousands on ads, SEO, social media, and referrals to drive traffic — then send those hard-earned visitors to a website that does little more than sit there.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That's not a marketing problem. That's an expensive website problem.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607210" y="2167533"/>
            <a:ext cx="404009" cy="40401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9181771" y="2229247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Paid Ads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181771" y="2680295"/>
            <a:ext cx="23547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Driving clicks that don't convert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07210" y="3581598"/>
            <a:ext cx="404009" cy="40401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9181771" y="3643313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SEO &amp; Social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181771" y="4094361"/>
            <a:ext cx="23547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Organic traffic with nowhere to go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07210" y="4995664"/>
            <a:ext cx="404009" cy="40401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4" name="Text 11"/>
          <p:cNvSpPr/>
          <p:nvPr/>
        </p:nvSpPr>
        <p:spPr>
          <a:xfrm>
            <a:off x="9181771" y="5057378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Referrals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181771" y="5508427"/>
            <a:ext cx="23547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Warm leads that slip through the cracks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775891"/>
            <a:ext cx="1008920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an Advanced Website Actually Does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574" y="1744563"/>
            <a:ext cx="114781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high-performing website doesn't just look professional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 works for you around the clock.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574" y="2259608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574" y="296832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Captures Leads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574" y="3377009"/>
            <a:ext cx="53161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forms and offers that convert visitors before they bounce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259608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3915" y="296832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Tracks Behavior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213915" y="3377009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Know exactly what visitors do and where they drop off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574" y="4359870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574" y="5068590"/>
            <a:ext cx="23746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Books Appointments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61574" y="5477272"/>
            <a:ext cx="53161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scheduling that fills your calendar without lifting a finger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359870"/>
            <a:ext cx="472468" cy="472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3915" y="5068590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Answers Instantly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213915" y="5477272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chat and automation that respond to questions at any hour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840111"/>
            <a:ext cx="1092926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Businesses Winning Today Convert More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574" y="2808784"/>
            <a:ext cx="114781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They're not always spending more on marketing.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They're converting more of the traffic they already have.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574" y="3323828"/>
            <a:ext cx="3496778" cy="1693962"/>
          </a:xfrm>
          <a:prstGeom prst="roundRect">
            <a:avLst>
              <a:gd name="adj" fmla="val 1674"/>
            </a:avLst>
          </a:prstGeom>
          <a:solidFill>
            <a:srgbClr val="3A3B3C"/>
          </a:solidFill>
          <a:ln/>
        </p:spPr>
      </p:sp>
      <p:sp>
        <p:nvSpPr>
          <p:cNvPr id="5" name="Text 3"/>
          <p:cNvSpPr/>
          <p:nvPr/>
        </p:nvSpPr>
        <p:spPr>
          <a:xfrm>
            <a:off x="850581" y="3512840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Double Your Leads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0581" y="3921522"/>
            <a:ext cx="31187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Without doubling your ad budget — just by converting more of the visitors already arriving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3323828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3A3B3C"/>
          </a:solidFill>
          <a:ln/>
        </p:spPr>
      </p:sp>
      <p:sp>
        <p:nvSpPr>
          <p:cNvPr id="8" name="Text 6"/>
          <p:cNvSpPr/>
          <p:nvPr/>
        </p:nvSpPr>
        <p:spPr>
          <a:xfrm>
            <a:off x="4536366" y="3512840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Know Your Sources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36366" y="3921522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See exactly where every customer came from, so you can invest smarter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3323828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3A3B3C"/>
          </a:solidFill>
          <a:ln/>
        </p:spPr>
      </p:sp>
      <p:sp>
        <p:nvSpPr>
          <p:cNvPr id="11" name="Text 9"/>
          <p:cNvSpPr/>
          <p:nvPr/>
        </p:nvSpPr>
        <p:spPr>
          <a:xfrm>
            <a:off x="8222251" y="3512840"/>
            <a:ext cx="252525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Work While You Sleep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22251" y="3921522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website that captures opportunities 24/7 — even when you're off the clock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74" y="796330"/>
            <a:ext cx="6565637" cy="37206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17270" y="848122"/>
            <a:ext cx="933724" cy="331589"/>
          </a:xfrm>
          <a:prstGeom prst="roundRect">
            <a:avLst>
              <a:gd name="adj" fmla="val 6498"/>
            </a:avLst>
          </a:prstGeom>
          <a:solidFill>
            <a:srgbClr val="443D09"/>
          </a:solidFill>
          <a:ln/>
        </p:spPr>
      </p:sp>
      <p:sp>
        <p:nvSpPr>
          <p:cNvPr id="4" name="Text 1"/>
          <p:cNvSpPr/>
          <p:nvPr/>
        </p:nvSpPr>
        <p:spPr>
          <a:xfrm>
            <a:off x="8124919" y="901898"/>
            <a:ext cx="1328010" cy="224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017270" y="1247874"/>
            <a:ext cx="3519201" cy="2244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From Website to Revenue-Generating System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8017270" y="3663156"/>
            <a:ext cx="3519201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There's a fundamental difference between a website that exists and a system that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performs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175" y="4900712"/>
            <a:ext cx="3534480" cy="13527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2654" y="5105598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Builds Trust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942654" y="5488384"/>
            <a:ext cx="30231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Credibility that turns first-time visitors into confident buyers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5808" y="4900712"/>
            <a:ext cx="3534580" cy="13527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22287" y="5105598"/>
            <a:ext cx="238198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Captures Opportunity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4622287" y="5488384"/>
            <a:ext cx="302321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lead left behind — every visitor gets a path to conversion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5541" y="4900712"/>
            <a:ext cx="3534580" cy="13527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2020" y="5105598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Grows 24/7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8302020" y="5488384"/>
            <a:ext cx="302321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Your business develops revenue while you focus on delivery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5541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Is Your Website Making You Money — or Costing You?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720181"/>
            <a:ext cx="25399" cy="1030089"/>
          </a:xfrm>
          <a:prstGeom prst="roundRect">
            <a:avLst>
              <a:gd name="adj" fmla="val 60001"/>
            </a:avLst>
          </a:prstGeom>
          <a:solidFill>
            <a:srgbClr val="EEE27D"/>
          </a:solidFill>
          <a:ln/>
        </p:spPr>
      </p:sp>
      <p:sp>
        <p:nvSpPr>
          <p:cNvPr id="5" name="Text 2"/>
          <p:cNvSpPr/>
          <p:nvPr/>
        </p:nvSpPr>
        <p:spPr>
          <a:xfrm>
            <a:off x="944936" y="2932807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day without a converting website is another day of traffic, ad spend, and opportunity walking out the door.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3962896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If you're ready for a website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built to generate results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not just look good — let's talk. The businesses growing fastest aren't the ones spending the most. They're the ones converting the best.</a:t>
            </a:r>
            <a:endParaRPr lang="en-US" sz="1450" dirty="0"/>
          </a:p>
        </p:txBody>
      </p:sp>
      <p:pic>
        <p:nvPicPr>
          <p:cNvPr id="7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5082778"/>
            <a:ext cx="1207760" cy="519807"/>
          </a:xfrm>
          <a:prstGeom prst="rect">
            <a:avLst/>
          </a:prstGeom>
        </p:spPr>
      </p:pic>
      <p:pic>
        <p:nvPicPr>
          <p:cNvPr id="8" name="Image 2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3688" y="5082778"/>
            <a:ext cx="1937297" cy="5198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2026-06-18T23:45:35Z</dcterms:created>
  <dcterms:modified xsi:type="dcterms:W3CDTF">2026-06-18T23:45:35Z</dcterms:modified>
</cp:coreProperties>
</file>